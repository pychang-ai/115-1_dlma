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760720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73736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Microsoft JhengHei"/>
              </a:rPr>
              <a:t>Knowledge Distillation (KD)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pPr algn="l"/>
            <a:r>
              <a:rPr sz="17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72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知識蒸餾的過程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把上一頁的一段話拆成步驟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109960" cy="9601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問題：訓練時笨重模型最能從資料中學到規律，部署時卻需要小而快的模型；直接以正確標籤訓練小模型，又學不到笨重模型的類推方式。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① 訓練笨重模型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多個模型的組合，或以強正則化訓練的大型網路；知識視為從輸入到輸出的對應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② 產生軟目標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提高 softmax 的溫度，得到較平均的類別機率，保留錯誤類別之間的相對機率，例如某個 2 像 3 多於像 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③ 訓練小模型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在同樣的溫度下學習軟目標，同時學習正確標籤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0567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20" y="2331720"/>
            <a:ext cx="2468880" cy="224028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結果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小模型以較少的資料，學到與笨重模型相近的類推方式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109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202020"/>
                </a:solidFill>
                <a:latin typeface="Microsoft JhengHei"/>
              </a:rPr>
              <a:t>這個訓練過程稱之為　</a:t>
            </a:r>
            <a:r>
              <a:rPr sz="5400" b="1">
                <a:solidFill>
                  <a:srgbClr val="C03030"/>
                </a:solidFill>
                <a:latin typeface="Microsoft JhengHei"/>
              </a:rPr>
              <a:t>知識蒸餾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術語對照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專有名詞的中文、英文與意義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6–7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8–11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12–16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17–21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6576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術語對照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本教材的專有名詞：中文、英文與意義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51560"/>
          <a:ext cx="11109960" cy="42793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  <a:gridCol w="2377440"/>
                <a:gridCol w="7543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中文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英文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意義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知識蒸餾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knowledge distillation (KD)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把笨重模型的知識移轉給適合部署的小模型的訓練方式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cumbersome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為了從資料中學到規律而訓練的大模型：多個模型的組合，或以強正則化訓練的大型網路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蒸餾模型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distilled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以軟目標與正確標籤訓練、承接笨重模型知識的小模型；使用時溫度為 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組合模型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ensemble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多個分別訓練的模型，把它們的預測取平均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softmax 的輸入：網路最後一層對每個類別算出的數值 z_i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temperature (T)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softmax 中除以 logit 的常數；T 越大，機率分布越軟，通常 T = 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soft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笨重模型在高溫下產生的類別機率，保留錯誤類別之間的相對機率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hard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正確標籤：只有正確類別為 1，其餘為 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移轉集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transfer set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用來訓練蒸餾模型的資料，可以是原本的訓練集，也可以是無標籤資料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交叉熵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cross entropy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兩個機率分布之間差異的度量：C = −Σ p_i log q_i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比對 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matching logits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讓小模型的 logit 直接貼齊笨重模型的 logit；是高溫極限下的蒸餾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專家模型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02020"/>
                          </a:solidFill>
                          <a:latin typeface="Microsoft JhengHei"/>
                        </a:rPr>
                        <a:t>specialist models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400" b="0">
                          <a:solidFill>
                            <a:srgbClr val="202020"/>
                          </a:solidFill>
                          <a:latin typeface="Microsoft JhengHei"/>
                        </a:rPr>
                        <a:t>只負責一群容易混淆類別的模型，與通用模型 generalist model 合用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16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16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9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