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3200" b="0">
                <a:solidFill>
                  <a:srgbClr val="FFFFFF"/>
                </a:solidFill>
                <a:latin typeface="Microsoft JhengHei"/>
              </a:rPr>
              <a:t>Knowledge Distillation（KD）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just"/>
            <a:r>
              <a:rPr sz="18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36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4–5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6–9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10–14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15–19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4290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14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14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7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