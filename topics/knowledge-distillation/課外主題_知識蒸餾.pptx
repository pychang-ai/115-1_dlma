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3200" b="0">
                <a:solidFill>
                  <a:srgbClr val="FFFFFF"/>
                </a:solidFill>
                <a:latin typeface="Microsoft JhengHei"/>
              </a:rPr>
              <a:t>Knowledge Distillation（KD）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just"/>
            <a:r>
              <a:rPr sz="18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72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知識蒸餾的過程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把上一頁的一段話拆成步驟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109960" cy="9601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問題：訓練時笨重模型最能從資料中學到規律，部署時卻需要小而快的模型；直接以正確標籤訓練小模型，又學不到笨重模型的類推方式。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① 訓練笨重模型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多個模型的組合，或以強正則化訓練的大型網路；知識視為從輸入到輸出的對應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② 產生軟目標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提高 softmax 的溫度，得到較平均的類別機率，保留錯誤類別之間的相對機率，例如某個 2 像 3 多於像 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③ 訓練小模型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在同樣的溫度下學習軟目標，同時學習正確標籤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20" y="2331720"/>
            <a:ext cx="2468880" cy="224028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結果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小模型以較少的資料，學到與笨重模型相近的類推方式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109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202020"/>
                </a:solidFill>
                <a:latin typeface="Microsoft JhengHei"/>
              </a:rPr>
              <a:t>這個訓練過程稱之為　</a:t>
            </a:r>
            <a:r>
              <a:rPr sz="5400" b="1">
                <a:solidFill>
                  <a:srgbClr val="C03030"/>
                </a:solidFill>
                <a:latin typeface="Microsoft JhengHei"/>
              </a:rPr>
              <a:t>知識蒸餾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5–6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7–10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11–15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16–20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4290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15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15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8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