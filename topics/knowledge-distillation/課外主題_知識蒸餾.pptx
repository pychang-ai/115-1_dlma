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FFFFFF"/>
                </a:solidFill>
                <a:latin typeface="Microsoft JhengHei"/>
              </a:rPr>
              <a:t>Knowledge Distillation（KD）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r>
              <a:rPr sz="18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什麼是知識蒸餾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100" b="0">
                <a:solidFill>
                  <a:srgbClr val="202020"/>
                </a:solidFill>
                <a:latin typeface="Microsoft JhengHei"/>
              </a:rPr>
              <a:t>為了讓準確的模型能部署給大量使用者即時使用，必須解決一個矛盾：訓練時，笨重模型最能從資料中學到規律，例如多個模型的組合，或以強正則化訓練的大型網路；部署時，需要的卻是小而快的模型；而直接以正確標籤訓練小模型，又學不到笨重模型的類推方式。因此，先訓練好笨重模型，並把它的知識視為從輸入到輸出的對應，而非特定的參數值。接著提高 softmax 的溫度，讓笨重模型對每一個類別給出較平均的機率，稱為軟目標；軟目標保留了錯誤類別之間的相對機率，例如某個 2 像 3 的程度高於像 7。最後讓小模型在同樣的溫度下學習軟目標，同時學習正確標籤，使它能以較少的資料，學到與笨重模型相近的類推方式。這個把笨重模型的知識移轉到小模型的訓練過程，稱之為</a:t>
            </a:r>
            <a:r>
              <a:rPr sz="3600" b="1">
                <a:solidFill>
                  <a:srgbClr val="C03030"/>
                </a:solidFill>
                <a:latin typeface="Microsoft JhengHei"/>
              </a:rPr>
              <a:t>知識蒸餾</a:t>
            </a:r>
            <a:r>
              <a:rPr sz="2100" b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4–5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6–9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10–14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15–19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4290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寫出蒸餾的目標函數，逐步算出其值與梯度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蒸餾 distillation：另一種訓練方式，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14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笨重模型確定這是 2，</a:t>
            </a:r>
          </a:p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l"/>
            <a:r>
              <a:rPr sz="19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r>
              <a:rPr sz="17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</a:t>
            </a:r>
          </a:p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α：論文發現，第二個目標函數的權重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取得低很多時，結果通常最好；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C03030"/>
                </a:solidFill>
                <a:latin typeface="Microsoft JhengHei"/>
              </a:rPr>
              <a:t>T²：軟目標產生的梯度大小與 1/T² 成正比，</a:t>
            </a:r>
          </a:p>
          <a:p>
            <a:pPr algn="l"/>
            <a:r>
              <a:rPr sz="1700" b="0">
                <a:solidFill>
                  <a:srgbClr val="C03030"/>
                </a:solidFill>
                <a:latin typeface="Microsoft JhengHei"/>
              </a:rPr>
              <a:t>因此乘上 T²，換溫度時兩項的相對貢獻</a:t>
            </a:r>
          </a:p>
          <a:p>
            <a:pPr algn="l"/>
            <a:r>
              <a:rPr sz="1700" b="0">
                <a:solidFill>
                  <a:srgbClr val="C03030"/>
                </a:solidFill>
                <a:latin typeface="Microsoft JhengHei"/>
              </a:rPr>
              <a:t>大致不變（第 14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T = 4 時，蒸餾模型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</a:t>
            </a:r>
          </a:p>
          <a:p>
            <a:r>
              <a:rPr sz="1700" b="0">
                <a:solidFill>
                  <a:srgbClr val="59636E"/>
                </a:solidFill>
                <a:latin typeface="Microsoft JhengHei"/>
              </a:rPr>
              <a:t>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若溫度遠大於 logit，且 logit 對每個移轉樣本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比對 logit 是蒸餾的特例。溫度較低時，蒸餾對「比平均負很多的 logit」的比對注意得少得多。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本教材：蒸餾把小網路與笨重模型的差距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從 198 個錯誤縮小到 97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包括從平移過的訓練資料學到的類推方式，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</a:t>
            </a:r>
          </a:p>
          <a:p>
            <a:pPr algn="l"/>
            <a:r>
              <a:rPr sz="1700" b="1">
                <a:solidFill>
                  <a:srgbClr val="1F4E79"/>
                </a:solidFill>
                <a:latin typeface="Microsoft JhengHei"/>
              </a:rPr>
              <a:t>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本教材：30-30 在 T = 4 最好（498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只用硬目標：沒有任何訓練樣本的標籤是 3，</a:t>
            </a:r>
          </a:p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蒸餾：其他數字的軟目標說明了它們各自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7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