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FFFFFF"/>
                </a:solidFill>
                <a:latin typeface="Microsoft JhengHei"/>
              </a:rPr>
              <a:t>Knowledge Distillation（KD）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r>
              <a:rPr sz="18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一　為什麼要蒸餾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訓練用大模型、部署用小模型；錯誤答案的機率也有資訊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3–4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二　軟目標與溫度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溫度 T 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5–8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三　蒸餾的損失與梯度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損失 L = α T² C_soft + (1 − α) C_hard 逐步計算；梯度式；為什麼乘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9–13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四　MNIST 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蒸餾的學生答錯較少；小學生取中間溫度；沒看過 3 也認得出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14–18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三個重點與三題練習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749039"/>
            <a:ext cx="10881360" cy="13258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1. 手算溫度 T 的 softmax，說明軟目標比硬目標多了什麼資訊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寫出蒸餾的損失函數，逐步算出損失與梯度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訓練老師與學生模型，並解讀溫度對結果的影響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一、訓練與部署的需求不同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95549"/>
                <a:gridCol w="2394065"/>
                <a:gridCol w="239406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資料量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時間限制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可以算幾天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要即時回應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計算資源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大量 GPU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手機、伺服器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適合的模型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大模型或多個模型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4E79"/>
                </a:solidFill>
                <a:latin typeface="Microsoft JhengHei"/>
              </a:rPr>
              <a:t>老師模型</a:t>
            </a:r>
          </a:p>
          <a:p>
            <a:pPr algn="ctr"/>
            <a:r>
              <a:rPr sz="1600" b="0">
                <a:solidFill>
                  <a:srgbClr val="1F4E79"/>
                </a:solidFill>
                <a:latin typeface="Microsoft JhengHei"/>
              </a:rPr>
              <a:t>大、訓練好、準確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學生模型</a:t>
            </a:r>
          </a:p>
          <a:p>
            <a:pPr algn="ctr"/>
            <a:r>
              <a:rPr sz="1600" b="0">
                <a:solidFill>
                  <a:srgbClr val="1E7A45"/>
                </a:solidFill>
                <a:latin typeface="Microsoft JhengHei"/>
              </a:rPr>
              <a:t>小、快、準備部署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蒸餾 distillation：先訓練好大模型，</a:t>
            </a:r>
          </a:p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再把它的知識移轉給小模型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一個模型的知識，通常被認為就是它的參數。依這個看法，換了模型的架構，知識就帶不走。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論文採用另一個看法：知識是模型學到的「輸入到輸出的對應」。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依這個看法，只要小模型對每一個輸入給出和大模型相近的輸出，知識就移轉過去了。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一、錯誤答案的機率也有資訊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節舉的例子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訓練好的分類模型，除了正確類別，也會給每個錯誤類別一個機率。這些機率大小不同，反映模型怎麼看待輸入。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的照片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0040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一張手寫的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3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7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第二種寫法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920240"/>
            <a:ext cx="4114800" cy="2286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第一種寫法比較像 3，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第二種寫法比較像 7。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/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這是資料之間的相似關係，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只看正確答案得不到。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問題：10⁻⁶ 與 10⁻⁹ 都太接近 0，用一般的交叉熵訓練學生時，這兩個數字幾乎不影響損失。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解法：提高 softmax 的溫度，讓這些小機率變大，見下一部分。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13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神經網路最後一層輸出的數字稱為 logit。softmax 把 logit 轉成機率。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為了能手算，只取「2、3、7」三個類別。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54156"/>
                <a:gridCol w="1550504"/>
                <a:gridCol w="1550504"/>
                <a:gridCol w="143123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logit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logit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正確答案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675120" y="2057400"/>
            <a:ext cx="493776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老師很確定是 2，</a:t>
            </a:r>
          </a:p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也認為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520440"/>
            <a:ext cx="493776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學生還沒學好：</a:t>
            </a:r>
          </a:p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分得出 2，但 3 和 7 一樣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9636E"/>
                </a:solidFill>
                <a:latin typeface="Microsoft JhengHei"/>
              </a:rPr>
              <a:t>這組數字是為了手算而自訂的，不是實際模型的輸出。</a:t>
            </a:r>
          </a:p>
          <a:p>
            <a:r>
              <a:rPr sz="1800" b="0">
                <a:solidFill>
                  <a:srgbClr val="59636E"/>
                </a:solidFill>
                <a:latin typeface="Microsoft JhengHei"/>
              </a:rPr>
              <a:t>溫度 T、權重 α 等參數在用到時再介紹。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= 1 就是一般的 softmax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T 稱為溫度 temperature。分子分母的每個 logit 都先除以 T，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再照一般 softmax 計算：取指數，除以總和。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3 和 7 的機率是 0.0180 與 0.0003，都接近 0。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「3 比 7 像」這個資訊雖然在，但對交叉熵幾乎沒有影響。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1；三者相加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同一組老師 logit，只把溫度改成 4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第 1 步除以 4 之後，logit 之間的差距縮小到原來的四分之一，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取指數後的差距也跟著縮小。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提高溫度之後，錯誤類別的機率大到足以影響訓練。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1；三者相加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二、軟目標 soft targets 與硬目標 hard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同一張 2，兩種溫度並排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÷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兩者的比值等於 exp((4 − 0)/T)：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軟目標：老師在高溫下給出的機率，例如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硬目標：正確答案本身，2 的位置是 1，其餘是 0，即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軟目標的資訊量比硬目標多，各筆訓練資料之間的梯度變異也比較小；論文指出學生因此可以用較少的資料、較大的學習率訓練。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三、蒸餾的損失函數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01168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軟目標項：老師的 p 與學生的 q 都在同一個溫度 T 下計算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硬目標項：學生在 T = 1 下對正確類別的機率，取負對數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α：軟目標項的權重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論文指出硬目標項的權重取小較好，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本主題取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79476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T²：軟目標項的梯度與 1/T² 成正比，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乘上 T² 後，換溫度時兩項的比重不變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（第 13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Microsoft JhengHei"/>
              </a:rPr>
              <a:t>訓練完成後，學生使用時溫度回到 T =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 z = (4, 2, 2) 先做 softmax，再和老師的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學生在 T = 4 下，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3 和 7 的機率相同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log 是自然對數。各格四捨五入到小數第 4 位，加總用的是未進位的值。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如果學生的 q 和老師的 p 完全相同，C_soft 達到最小值；差得越多，C_soft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與總損失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C_hard 在 T =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 (T=1)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正確答案是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總損失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16，所以數值比硬目標項大；兩項各自對梯度的貢獻，見下一頁。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(2)：軟目標項對學生 logit 的梯度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硬目標項的梯度是一般交叉熵的結果：q(T=1)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梯度下降往梯度的反方向更新：2 的 logit 會變大，7 的 logit 變小最多，3 只小幅下降。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學生因此往老師的看法「2 最像、3 其次、7 最不像」靠近。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Colab 第 3 段用 TensorFlow 的自動微分 GradientTape 重算一次，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得到相同的損失 13.8732 與相同的總梯度。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T²，以及高溫下的極限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 到式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乘上 T² 之後是 0.85 與 1.05，大小相近。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1/T² 的比例是高溫下的近似，T = 1 不在這個範圍內。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條件：logit 各自減去平均值，且 T 遠大於 logit。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N 是類別數。這等於最小化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高溫時，蒸餾等於讓學生的 logit 直接貼齊老師的 logit；溫度較低時，非常負的 logit 不必貼齊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換資料：MNIST 手寫數字實驗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從這一頁到最後，都用 Colab 程式 knowledge_distillation.ipynb 的輸出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張（0 到 9 各 1,000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測試資料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學生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數字 1200-1200 表示兩個隱藏層、每層 1,200 個神經元。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資料和模型都比論文小，答錯張數不會相同；要看的是三個趨勢是否一致。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四、結果一：蒸餾的學生答錯較少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張的答錯張數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本主題：蒸餾把學生和老師之間的差距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從 198 張縮小到 97 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論文的老師用平移過的影像訓練，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學生的移轉集則沒有平移過的影像。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學生仍學到了老師對平移的處理方式，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因為這個資訊包含在軟目標裡。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藍線：學生 100-100。各溫度都比虛線（只學正確答案）少錯。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四、結果二：學生很小時，溫度取中間值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Microsoft JhengHei"/>
              </a:rPr>
              <a:t>論文：每層 300 個以上時，8 以上的溫度結果相近；每層 30 個時，2.5 到 4 明顯最好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本主題：30-30 在 T = 4 最少（498 張），T = 20 反而比只學正確答案還多錯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解釋：溫度越高越接近比對 logit，連非常負的 logit 也要貼齊；太小的學生容量不夠，學這些反而有害。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四、結果三：學生從沒看過數字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3（本主題剩 9,000 張）；測試集有 1,010 張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9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32883"/>
                <a:gridCol w="1886102"/>
                <a:gridCol w="2176272"/>
                <a:gridCol w="188610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總共答錯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3 的答對率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本主題：蒸餾，3 的 logit 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只學正確答案：訓練時沒有任何一張的答案是 3，</a:t>
            </a:r>
          </a:p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不可能答出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蒸餾：老師的軟目標包含「這張 8 有一點像 3」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這類資訊，學生由此學到 3 的特徵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答錯的 3 大多是因為 3 這一類的偏差值學得太低：訓練時從來沒有一張圖的答案是 3。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論文用測試集挑選加多少，本主題照做；因為用了測試集，加偏差值後的數字偏樂觀。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節軟目標當作正則化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5300"/>
                <a:gridCol w="1492222"/>
                <a:gridCol w="137743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詞錯誤率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語音搜尋的聲學模型：10 個模型組合帶來的進步，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超過 80% 移轉到同樣大小的單一模型。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18167"/>
                <a:gridCol w="1575745"/>
                <a:gridCol w="181816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訓練方式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只用 3% 的資料，軟目標仍接近用全部資料的結果；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專家模型 specialist models：在 1 億張、15,000 類的 JFT 資料集上，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另訓練 61 個各自專精一群易混淆類別的模型，與原模型合用，測試準確率由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5，本主題沒有重做。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1　溫度 T 越高，softmax 的機率越平均，錯誤類別的資訊越看得到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2　損失 = α T² × 軟目標交叉熵 + (1 − α) × 硬目標交叉熵；乘 T² 是為了抵銷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3　高溫的極限等於比對 logit；學生很小時，中間的溫度較好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時，老師 v = (8, 4, 0) 的軟目標是多少？依第 6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練習二　學生 z 改成 (8, 4, 0)，和老師相同。式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7，重做一次，記錄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9636E"/>
                </a:solidFill>
                <a:latin typeface="Microsoft JhengHei"/>
              </a:rPr>
              <a:t>練習一可以在 Colab 第 2 段把 T 改成 2 核對；練習二可以在第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